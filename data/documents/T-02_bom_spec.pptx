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CS1-b01"/>
          <p:cNvSpPr txBox="1"/>
          <p:nvPr/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latin typeface="Malgun Gothic"/>
                <a:ea typeface="Malgun Gothic"/>
              </a:rPr>
              <a:t>FG001 가정용 히터 A — BOM 사양서 (BOM Specification)</a:t>
            </a:r>
          </a:p>
        </p:txBody>
      </p:sp>
      <p:sp>
        <p:nvSpPr>
          <p:cNvPr id="3" name="txt_CS1-b02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latin typeface="Malgun Gothic"/>
                <a:ea typeface="Malgun Gothic"/>
              </a:rPr>
              <a:t>문서번호 Doc No.: SPEC-FG001 / 개정 Rev. V2 / 적용일 Effective: 2026-12-01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p_CS1-T1_f0"/>
          <p:cNvSpPr txBox="1"/>
          <p:nvPr/>
        </p:nvSpPr>
        <p:spPr>
          <a:xfrm>
            <a:off x="548640" y="548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latin typeface="Malgun Gothic"/>
                <a:ea typeface="Malgun Gothic"/>
              </a:rPr>
              <a:t>표 1. FG001 BOM V1 (2026-01-01~2026-11-30)</a:t>
            </a:r>
          </a:p>
        </p:txBody>
      </p:sp>
      <p:graphicFrame>
        <p:nvGraphicFramePr>
          <p:cNvPr id="3" name="tbl_CS1-T1_f0"/>
          <p:cNvGraphicFramePr>
            <a:graphicFrameLocks noGrp="1"/>
          </p:cNvGraphicFramePr>
          <p:nvPr/>
        </p:nvGraphicFramePr>
        <p:xfrm>
          <a:off x="548640" y="100584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65760">
                <a:tc rowSpan="2"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순번 No.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구성품 Component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소요량 Qty per unit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손실률(%)</a:t>
                      </a:r>
                    </a:p>
                  </a:txBody>
                  <a:tcPr/>
                </a:tc>
              </a:tr>
              <a:tr h="3657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코드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품목명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수량 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단위 Unit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SF001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히터 코어 모듈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M001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강판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M006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전원 케이블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M010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포장 박스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p_CS1-T2_f0"/>
          <p:cNvSpPr txBox="1"/>
          <p:nvPr/>
        </p:nvSpPr>
        <p:spPr>
          <a:xfrm>
            <a:off x="548640" y="548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latin typeface="Malgun Gothic"/>
                <a:ea typeface="Malgun Gothic"/>
              </a:rPr>
              <a:t>표 2. FG001 BOM V2 (2026-12-01~)</a:t>
            </a:r>
          </a:p>
        </p:txBody>
      </p:sp>
      <p:graphicFrame>
        <p:nvGraphicFramePr>
          <p:cNvPr id="3" name="tbl_CS1-T2_f0"/>
          <p:cNvGraphicFramePr>
            <a:graphicFrameLocks noGrp="1"/>
          </p:cNvGraphicFramePr>
          <p:nvPr/>
        </p:nvGraphicFramePr>
        <p:xfrm>
          <a:off x="548640" y="100584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65760">
                <a:tc rowSpan="2"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순번 No.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구성품 Component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소요량 Qty per unit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손실률(%)</a:t>
                      </a:r>
                    </a:p>
                  </a:txBody>
                  <a:tcPr/>
                </a:tc>
              </a:tr>
              <a:tr h="3657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코드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품목명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수량 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단위 Unit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SF001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히터 코어 모듈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M001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강판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M006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전원 케이블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M010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포장 박스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xt_CS1-b03"/>
          <p:cNvSpPr txBox="1"/>
          <p:nvPr/>
        </p:nvSpPr>
        <p:spPr>
          <a:xfrm>
            <a:off x="548640" y="4206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Malgun Gothic"/>
                <a:ea typeface="Malgun Gothic"/>
              </a:rPr>
              <a:t>표 1은 V1 구성(2026-01-01~2026-11-30), 표 2는 V2 구성(2026-12-01~)이다. V2에서 강판(M001) 소요량이 1.2 kg에서 1,000 g으로 바뀌었다 (The steel sheet quantity changed from 1.2 kg to 1000 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FG001 가정용 히터 A — BOM 사양서 (BOM Specification)</dc:title>
  <dc:subject>E03 synthetic sample T-02 (CS1)</dc:subject>
  <dc:creator>chungpamo-poc (synthetic sample generator)</dc:creator>
  <cp:keywords/>
  <dc:description>Synthetic data generated from E01 canonical v2. Not real company records.</dc:description>
  <cp:lastModifiedBy>chungpamo-poc (synthetic sample generator)</cp:lastModifiedBy>
  <cp:revision>1</cp:revision>
  <dcterms:created xsi:type="dcterms:W3CDTF">2026-10-20T00:00:00Z</dcterms:created>
  <dcterms:modified xsi:type="dcterms:W3CDTF">2026-10-20T00:00:00Z</dcterms:modified>
  <cp:category/>
  <cp:lastPrinted>2026-10-20T00:00:00Z</cp:lastPrinted>
</cp:coreProperties>
</file>