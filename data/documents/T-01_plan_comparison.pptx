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정답셋 v2 기준, 재고 유지비·지연 페널티는 미산정. Notes: v2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_CS3-b01"/>
          <p:cNvSpPr txBox="1"/>
          <p:nvPr/>
        </p:nvSpPr>
        <p:spPr>
          <a:xfrm>
            <a:off x="548640" y="27432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latin typeface="Malgun Gothic"/>
                <a:ea typeface="Malgun Gothic"/>
              </a:rPr>
              <a:t>생산계획안 비교 (Production Plan Comparison) — 2026-11-16 ~ 2026-12-13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p_CS3-T1_f0"/>
          <p:cNvSpPr txBox="1"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algun Gothic"/>
                <a:ea typeface="Malgun Gothic"/>
              </a:rPr>
              <a:t>정규생산안(PLAN-REG) 주차별 계획</a:t>
            </a:r>
          </a:p>
        </p:txBody>
      </p:sp>
      <p:graphicFrame>
        <p:nvGraphicFramePr>
          <p:cNvPr id="3" name="tbl_CS3-T1_f0"/>
          <p:cNvGraphicFramePr>
            <a:graphicFrameLocks noGrp="1"/>
          </p:cNvGraphicFramePr>
          <p:nvPr/>
        </p:nvGraphicFramePr>
        <p:xfrm>
          <a:off x="548640" y="10058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제품 Product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주차별 계획 수량 Weekly planned qty (EA)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2026-11-23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2026-12-07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FG001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FG002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FG003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bl_CS3-T1_f1"/>
          <p:cNvGraphicFramePr>
            <a:graphicFrameLocks noGrp="1"/>
          </p:cNvGraphicFramePr>
          <p:nvPr/>
        </p:nvGraphicFramePr>
        <p:xfrm>
          <a:off x="548640" y="1005840"/>
          <a:ext cx="110642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제품 Product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주차별 계획 수량 Weekly planned qty (EA)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2026-11-16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2026-11-23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2026-11-30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2026-12-07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SF001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380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SF002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p_CS3-T2_f0"/>
          <p:cNvSpPr txBox="1"/>
          <p:nvPr/>
        </p:nvSpPr>
        <p:spPr>
          <a:xfrm>
            <a:off x="548640" y="548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latin typeface="Malgun Gothic"/>
                <a:ea typeface="Malgun Gothic"/>
              </a:rPr>
              <a:t>계획안별 비용·능력 초과 (v2 정답셋 기대값)</a:t>
            </a:r>
          </a:p>
        </p:txBody>
      </p:sp>
      <p:graphicFrame>
        <p:nvGraphicFramePr>
          <p:cNvPr id="3" name="tbl_CS3-T2_f0"/>
          <p:cNvGraphicFramePr>
            <a:graphicFrameLocks noGrp="1"/>
          </p:cNvGraphicFramePr>
          <p:nvPr/>
        </p:nvGraphicFramePr>
        <p:xfrm>
          <a:off x="548640" y="100584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1844040"/>
                <a:gridCol w="1844040"/>
                <a:gridCol w="1844040"/>
                <a:gridCol w="1844040"/>
                <a:gridCol w="1844040"/>
              </a:tblGrid>
              <a:tr h="365760"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계획안 Plan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비용(원) Cost (KRW)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능력 초과(h)</a:t>
                      </a:r>
                    </a:p>
                  </a:txBody>
                  <a:tcPr/>
                </a:tc>
              </a:tr>
              <a:tr h="3657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자재비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정규 생산비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잔업비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latin typeface="Malgun Gothic"/>
                          <a:ea typeface="Malgun Gothic"/>
                        </a:rPr>
                        <a:t>외주비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PLAN-OT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23,932,680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30,918,500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2,025,000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10.5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PLAN-OUT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12,713,640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21,999,500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20,140,000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PLAN-REG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23,932,680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30,918,500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latin typeface="Malgun Gothic"/>
                          <a:ea typeface="Malgun Gothic"/>
                        </a:rPr>
                        <a:t>36.5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4" name="grp_CS3-b02"/>
          <p:cNvGrpSpPr/>
          <p:nvPr/>
        </p:nvGrpSpPr>
        <p:grpSpPr>
          <a:xfrm>
            <a:off x="548640" y="5120640"/>
            <a:ext cx="11064240" cy="1005840"/>
            <a:chOff x="548640" y="5120640"/>
            <a:chExt cx="11064240" cy="1005840"/>
          </a:xfrm>
        </p:grpSpPr>
        <p:sp>
          <p:nvSpPr>
            <p:cNvPr id="5" name="bg_CS3-b02"/>
            <p:cNvSpPr/>
            <p:nvPr/>
          </p:nvSpPr>
          <p:spPr>
            <a:xfrm>
              <a:off x="548640" y="5120640"/>
              <a:ext cx="11064240" cy="100584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xt_CS3-b02"/>
            <p:cNvSpPr txBox="1"/>
            <p:nvPr/>
          </p:nvSpPr>
          <p:spPr>
            <a:xfrm>
              <a:off x="731520" y="5212080"/>
              <a:ext cx="10698480" cy="8229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0">
                  <a:latin typeface="Malgun Gothic"/>
                  <a:ea typeface="Malgun Gothic"/>
                </a:rPr>
                <a:t>잔업안은 같은 수량을 정규 + 잔업 시간으로 생산한다. 외주안은 FG003 일부를 가상 외주처(합성 가정)에 맡긴다.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생산계획안 비교 (Production Plan Comparison) — 2026-11-16 ~ 2026-12-13</dc:title>
  <dc:subject>E03 synthetic sample T-01 (CS3)</dc:subject>
  <dc:creator>chungpamo-poc (synthetic sample generator)</dc:creator>
  <cp:keywords/>
  <dc:description>Synthetic data generated from E01 canonical v2. Not real company records.</dc:description>
  <cp:lastModifiedBy>chungpamo-poc (synthetic sample generator)</cp:lastModifiedBy>
  <cp:revision>1</cp:revision>
  <dcterms:created xsi:type="dcterms:W3CDTF">2026-10-20T00:00:00Z</dcterms:created>
  <dcterms:modified xsi:type="dcterms:W3CDTF">2026-10-20T00:00:00Z</dcterms:modified>
  <cp:category/>
  <cp:lastPrinted>2026-10-20T00:00:00Z</cp:lastPrinted>
</cp:coreProperties>
</file>